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00713" y="2789039"/>
            <a:ext cx="4590573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Urbanist"/>
              </a:rPr>
              <a:t>Dev</a:t>
            </a:r>
            <a:r>
              <a:rPr sz="5400" b="1" i="0" u="none">
                <a:solidFill>
                  <a:srgbClr val="10B981"/>
                </a:solidFill>
                <a:latin typeface="Urbanist"/>
              </a:rPr>
              <a:t>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0012" y="3733800"/>
            <a:ext cx="43719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Find the Right Team. Build Amazing Projects.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14550"/>
            <a:ext cx="3492549" cy="35145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114550"/>
            <a:ext cx="3492549" cy="351457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114550"/>
            <a:ext cx="3492549" cy="3514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57567" y="3305175"/>
            <a:ext cx="212026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34D399"/>
                </a:solidFill>
                <a:latin typeface="Urbanist SemiBold"/>
              </a:rPr>
              <a:t>Scattered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724275"/>
            <a:ext cx="2901999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Relying on chaotic WhatsApp groups and personal contacts makes it nearly impossible to efficiently filter for specific technical skills.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15902" y="3305175"/>
            <a:ext cx="156019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34D399"/>
                </a:solidFill>
                <a:latin typeface="Urbanist SemiBold"/>
              </a:rPr>
              <a:t>Skill Blindspots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724275"/>
            <a:ext cx="2901999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It is incredibly difficult to verify a potential teammate's actual coding experience and project portfolio before committing to teaming 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9183" y="3305175"/>
            <a:ext cx="185023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34D399"/>
                </a:solidFill>
                <a:latin typeface="Urbanist SemiBold"/>
              </a:rPr>
              <a:t>Missed Deadlines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724275"/>
            <a:ext cx="2901999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Valuable time wasted searching for the right people often leads to compromised project quality, stress, and missed hackathon registrations.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1950" y="2552700"/>
            <a:ext cx="5715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975" y="2552700"/>
            <a:ext cx="40005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2849" y="2552700"/>
            <a:ext cx="3429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 dirty="0">
                <a:solidFill>
                  <a:srgbClr val="F8FAFC"/>
                </a:solidFill>
                <a:latin typeface="Urbanist SemiBold"/>
              </a:rPr>
              <a:t>The </a:t>
            </a:r>
            <a:r>
              <a:rPr sz="3300" b="0" i="0" u="none" dirty="0">
                <a:solidFill>
                  <a:srgbClr val="10B981"/>
                </a:solidFill>
                <a:latin typeface="Urbanist SemiBold"/>
              </a:rPr>
              <a:t>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71675" y="1950839"/>
            <a:ext cx="8248650" cy="224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sz="3150" b="0" i="0" u="none" dirty="0" err="1">
                <a:solidFill>
                  <a:srgbClr val="F8FAFC"/>
                </a:solidFill>
                <a:latin typeface="Urbanist SemiBold"/>
              </a:rPr>
              <a:t>DevConnect</a:t>
            </a:r>
            <a:r>
              <a:rPr sz="3150" b="0" i="0" u="none" dirty="0">
                <a:solidFill>
                  <a:srgbClr val="F8FAFC"/>
                </a:solidFill>
                <a:latin typeface="Urbanist SemiBold"/>
              </a:rPr>
              <a:t> provides a centralized, dedicated platform where students can easily connect based strictly on their verified skills and interests.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2975" y="4610100"/>
            <a:ext cx="26860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 dirty="0">
                <a:solidFill>
                  <a:srgbClr val="34D399"/>
                </a:solidFill>
                <a:latin typeface="Inter Medium"/>
              </a:rPr>
              <a:t>PLATFORM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9675" y="2331839"/>
            <a:ext cx="32385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10B981"/>
                </a:solidFill>
                <a:latin typeface="Urbanist SemiBold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8475" y="4286254"/>
            <a:ext cx="32385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10B981"/>
                </a:solidFill>
                <a:latin typeface="Urbanist SemiBold"/>
              </a:rPr>
              <a:t>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5027"/>
            <a:ext cx="3492549" cy="30136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365027"/>
            <a:ext cx="3492549" cy="30136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65027"/>
            <a:ext cx="3492549" cy="30136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7607" y="3555652"/>
            <a:ext cx="148018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8FAFC"/>
                </a:solidFill>
                <a:latin typeface="Urbanist SemiBold"/>
              </a:rPr>
              <a:t>Hackathons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022377"/>
            <a:ext cx="29019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Participants seeking specific technical skills to complete a competitive and balanced roster.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55932" y="3555652"/>
            <a:ext cx="108013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8FAFC"/>
                </a:solidFill>
                <a:latin typeface="Urbanist SemiBold"/>
              </a:rPr>
              <a:t>Startups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4022377"/>
            <a:ext cx="29019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Enthusiastic project teams looking for early-stage collaborators and ambitious co-founders.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4213" y="3555652"/>
            <a:ext cx="138017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8FAFC"/>
                </a:solidFill>
                <a:latin typeface="Urbanist SemiBold"/>
              </a:rPr>
              <a:t>Tech Clubs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4022377"/>
            <a:ext cx="29019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College technical clubs aiming to streamline recruitment and foster campus-wide networking.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1950" y="2803177"/>
            <a:ext cx="5715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7400" y="2803177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8549" y="2803177"/>
            <a:ext cx="5715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F8FAFC"/>
                </a:solidFill>
                <a:latin typeface="Urbanist SemiBold"/>
              </a:rPr>
              <a:t>Target Audience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3216"/>
            <a:ext cx="5238750" cy="34173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163216"/>
            <a:ext cx="5238750" cy="34173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648991"/>
            <a:ext cx="468058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4D399"/>
                </a:solidFill>
                <a:latin typeface="Urbanist SemiBold"/>
              </a:rPr>
              <a:t>1. Student Profiles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163341"/>
            <a:ext cx="44577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Every student creates a professional profile containing their branch, graduation year, core technical skills, and a brief bio.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129087"/>
            <a:ext cx="44577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Optional GitHub and LinkedIn integrations allow users to showcase their actual portfolio and professional availability status.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648991"/>
            <a:ext cx="468058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4D399"/>
                </a:solidFill>
                <a:latin typeface="Urbanist SemiBold"/>
              </a:rPr>
              <a:t>2. Recruitment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3163341"/>
            <a:ext cx="44577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Team leaders can post detailed recruitment requests outlining project type, exact required skills, deadline, and open positions.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4129087"/>
            <a:ext cx="44577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Students browse these posts, send customized join requests, and leaders seamlessly accept or reject applicants.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F8FAFC"/>
                </a:solidFill>
                <a:latin typeface="Urbanist SemiBold"/>
              </a:rPr>
              <a:t>Core Features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090987"/>
            <a:ext cx="11049000" cy="381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0733" y="4443412"/>
            <a:ext cx="255219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4D399"/>
                </a:solidFill>
                <a:latin typeface="Urbanist SemiBold"/>
              </a:rPr>
              <a:t>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95837"/>
            <a:ext cx="243066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Users create an account and build their core technical profile.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413" y="2854821"/>
            <a:ext cx="255219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4D399"/>
                </a:solidFill>
                <a:latin typeface="Urbanist SemiBold"/>
              </a:rPr>
              <a:t>Post &amp; Browse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4180" y="3207246"/>
            <a:ext cx="243066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Create recruitment posts or browse available team openings.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6094" y="4443412"/>
            <a:ext cx="255219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4D399"/>
                </a:solidFill>
                <a:latin typeface="Urbanist SemiBold"/>
              </a:rP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6860" y="4795837"/>
            <a:ext cx="243066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Students send join requests; leaders review pending applicants.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8774" y="2641550"/>
            <a:ext cx="255219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4D399"/>
                </a:solidFill>
                <a:latin typeface="Urbanist SemiBold"/>
              </a:rP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541" y="2993975"/>
            <a:ext cx="243066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Leaders accept candidates, instantly forming the project team.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72530" y="39957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45210" y="39957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17891" y="39957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90571" y="39957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F8FAFC"/>
                </a:solidFill>
                <a:latin typeface="Urbanist SemiBold"/>
              </a:rPr>
              <a:t>Project Workflow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62162"/>
            <a:ext cx="523875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2062162"/>
            <a:ext cx="49720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CBD5E1"/>
                </a:solidFill>
                <a:latin typeface="Inter"/>
              </a:rPr>
              <a:t>Frontend Interface: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Built with HTML</a:t>
            </a:r>
            <a:r>
              <a:rPr lang="en-IN" sz="1350" b="0" i="0" u="none" dirty="0">
                <a:solidFill>
                  <a:srgbClr val="CBD5E1"/>
                </a:solidFill>
                <a:latin typeface="Inter"/>
              </a:rPr>
              <a:t>,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CSS, and JavaScript</a:t>
            </a:r>
            <a:r>
              <a:rPr lang="en-IN"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lang="en-IN" sz="1350" b="0" i="0" u="none" dirty="0" err="1">
                <a:solidFill>
                  <a:srgbClr val="CBD5E1"/>
                </a:solidFill>
                <a:latin typeface="Inter"/>
              </a:rPr>
              <a:t>fo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r a lightweight, fast user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801242"/>
            <a:ext cx="4972050" cy="257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CBD5E1"/>
                </a:solidFill>
                <a:latin typeface="Inter"/>
              </a:rPr>
              <a:t>Backend Architecture: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Powered by Node.js and Express.js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540323"/>
            <a:ext cx="49720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CBD5E1"/>
                </a:solidFill>
                <a:latin typeface="Inter"/>
              </a:rPr>
              <a:t>Database Layer: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MongoDB Atlas document-based data storage for users and posts.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279403"/>
            <a:ext cx="49720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Cloud Deployment: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Frontend hosted seamlessly on Vercel, with backend services running securely on Render.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071687"/>
            <a:ext cx="521970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2081212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820292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559373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298453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0" i="0" u="none">
                <a:solidFill>
                  <a:srgbClr val="10B981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F8FAFC"/>
                </a:solidFill>
                <a:latin typeface="Urbanist SemiBold"/>
              </a:rPr>
              <a:t>Technology Stack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10" grpId="0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9790"/>
            <a:ext cx="11049000" cy="300409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673057"/>
              </p:ext>
            </p:extLst>
          </p:nvPr>
        </p:nvGraphicFramePr>
        <p:xfrm>
          <a:off x="590552" y="2394569"/>
          <a:ext cx="11029948" cy="2985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4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7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261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8FAFC"/>
                          </a:solidFill>
                          <a:latin typeface="Urbanist SemiBold"/>
                        </a:rPr>
                        <a:t>Model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8FAFC"/>
                          </a:solidFill>
                          <a:latin typeface="Urbanist SemiBold"/>
                        </a:rPr>
                        <a:t>Core Attributes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F8FAFC"/>
                          </a:solidFill>
                          <a:latin typeface="Urbanist SemiBold"/>
                        </a:rPr>
                        <a:t>Primary 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26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User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Name, Email, Skills, College, Links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Manages student identity and tech stack.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261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CBD5E1"/>
                          </a:solidFill>
                          <a:latin typeface="Inter"/>
                        </a:rPr>
                        <a:t>Recruitment Post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Title, Required Skills, Positions,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Defines the project and hiring requirements.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26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Join Request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User ID, Post ID, Message,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Tracks the application workflow state.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136552"/>
            <a:ext cx="21773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58380" y="3136552"/>
            <a:ext cx="413474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93123" y="3136552"/>
            <a:ext cx="47178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877567"/>
            <a:ext cx="21773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58380" y="3877567"/>
            <a:ext cx="413474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93123" y="3877567"/>
            <a:ext cx="47178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618583"/>
            <a:ext cx="21773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58380" y="4618583"/>
            <a:ext cx="413474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93123" y="4618583"/>
            <a:ext cx="471785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F8FAFC"/>
                </a:solidFill>
                <a:latin typeface="Urbanist SemiBold"/>
              </a:rPr>
              <a:t>Database Models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424112"/>
            <a:ext cx="3667125" cy="2895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24112"/>
            <a:ext cx="3667125" cy="2895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94446" y="3731337"/>
            <a:ext cx="185023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34D399"/>
                </a:solidFill>
                <a:latin typeface="Urbanist SemiBold"/>
              </a:rPr>
              <a:t>Kavish Goyal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52761" y="4236055"/>
            <a:ext cx="2133600" cy="8971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500" b="0" i="0" u="none" dirty="0">
                <a:solidFill>
                  <a:srgbClr val="F8FAFC"/>
                </a:solidFill>
                <a:latin typeface="Inter Medium"/>
              </a:rPr>
              <a:t>Branch: CS&amp;IT</a:t>
            </a:r>
          </a:p>
          <a:p>
            <a:pPr algn="ctr">
              <a:lnSpc>
                <a:spcPts val="2400"/>
              </a:lnSpc>
            </a:pPr>
            <a:r>
              <a:rPr lang="en-US" sz="1500" dirty="0">
                <a:solidFill>
                  <a:srgbClr val="F8FAFC"/>
                </a:solidFill>
                <a:latin typeface="Inter Medium"/>
              </a:rPr>
              <a:t>Section: 2D1</a:t>
            </a:r>
            <a:endParaRPr lang="en-US" sz="1500" b="0" i="0" u="none" dirty="0">
              <a:solidFill>
                <a:srgbClr val="F8FAFC"/>
              </a:solidFill>
              <a:latin typeface="Inter Medium"/>
            </a:endParaRPr>
          </a:p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Inter Medium"/>
              </a:rPr>
              <a:t>Roll No: 2501920110193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67286" y="3731337"/>
            <a:ext cx="241030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34D399"/>
                </a:solidFill>
                <a:latin typeface="Urbanist SemiBold"/>
              </a:rPr>
              <a:t>Kartikey Dwivedi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5637" y="4235252"/>
            <a:ext cx="2133600" cy="8971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500" b="0" i="0" u="none" dirty="0">
                <a:solidFill>
                  <a:srgbClr val="F8FAFC"/>
                </a:solidFill>
                <a:latin typeface="Inter Medium"/>
              </a:rPr>
              <a:t>Branch: CS&amp;IT</a:t>
            </a:r>
          </a:p>
          <a:p>
            <a:pPr algn="ctr">
              <a:lnSpc>
                <a:spcPts val="2400"/>
              </a:lnSpc>
            </a:pPr>
            <a:r>
              <a:rPr lang="en-US" sz="1500" dirty="0">
                <a:solidFill>
                  <a:srgbClr val="F8FAFC"/>
                </a:solidFill>
                <a:latin typeface="Inter Medium"/>
              </a:rPr>
              <a:t>Section: 2D1</a:t>
            </a:r>
            <a:endParaRPr lang="en-US" sz="1500" b="0" i="0" u="none" dirty="0">
              <a:solidFill>
                <a:srgbClr val="F8FAFC"/>
              </a:solidFill>
              <a:latin typeface="Inter Medium"/>
            </a:endParaRPr>
          </a:p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Inter Medium"/>
              </a:rPr>
              <a:t>Roll No: 2501920110190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7150" y="2888268"/>
            <a:ext cx="504825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F8FAFC"/>
                </a:solidFill>
                <a:latin typeface="Urbanist SemiBold"/>
              </a:rPr>
              <a:t>Meet the </a:t>
            </a:r>
            <a:r>
              <a:rPr sz="3300" b="0" i="0" u="none">
                <a:solidFill>
                  <a:srgbClr val="10B981"/>
                </a:solidFill>
                <a:latin typeface="Urbanist SemiBold"/>
              </a:rPr>
              <a:t>Team</a:t>
            </a: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79EE20E0-E6B2-FAD7-9E11-F7E30C66EA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0023" y="2888268"/>
            <a:ext cx="504825" cy="571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442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Inter</vt:lpstr>
      <vt:lpstr>Inter Medium</vt:lpstr>
      <vt:lpstr>Urbanist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kavish goyal</cp:lastModifiedBy>
  <cp:revision>4</cp:revision>
  <dcterms:created xsi:type="dcterms:W3CDTF">2013-01-27T09:14:16Z</dcterms:created>
  <dcterms:modified xsi:type="dcterms:W3CDTF">2026-08-03T10:12:51Z</dcterms:modified>
  <cp:category/>
</cp:coreProperties>
</file>